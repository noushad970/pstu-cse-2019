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8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92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5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9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4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9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59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53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9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5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13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03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201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16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15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73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0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9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Reliable Data Transfer (RDT)</a:t>
            </a:r>
          </a:p>
          <a:p>
            <a:r>
              <a:t>—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Understanding how data is transmitted reliably over unreliable channels</a:t>
            </a:r>
          </a:p>
          <a:p>
            <a:r>
              <a:t>Key concepts: errors, acknowledgements, retransmissions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RDT?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protocol ensuring data is delivered correctly and in order</a:t>
            </a:r>
          </a:p>
          <a:p>
            <a:r>
              <a:t>Handles errors, losses, duplication in communication channels</a:t>
            </a:r>
          </a:p>
          <a:p>
            <a:r>
              <a:t>Forms backbone of reliable communication in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Problems in Data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Bit errors (flipped bits)</a:t>
            </a:r>
          </a:p>
          <a:p>
            <a:r>
              <a:t>Packet loss</a:t>
            </a:r>
          </a:p>
          <a:p>
            <a:r>
              <a:t>Packet duplication</a:t>
            </a:r>
          </a:p>
          <a:p>
            <a:r>
              <a:t>Out-of-order packet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RDT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Checksums — detect corrupted data</a:t>
            </a:r>
          </a:p>
          <a:p>
            <a:r>
              <a:t>Acknowledgements (ACK) — confirm correct receipt</a:t>
            </a:r>
          </a:p>
          <a:p>
            <a:r>
              <a:t>Negative acknowledgements (NAK) — indicate errors</a:t>
            </a:r>
          </a:p>
          <a:p>
            <a:r>
              <a:t>Timers — detect lost packets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RDT 1.0: Perfect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Assumes no errors or losses</a:t>
            </a:r>
          </a:p>
          <a:p>
            <a:r>
              <a:t>Simplest model: send data and wait</a:t>
            </a:r>
          </a:p>
          <a:p>
            <a:r>
              <a:t>No need for ACK/NAK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RDT 2.0: Handling Bit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Introduces ACK and NAK</a:t>
            </a:r>
          </a:p>
          <a:p>
            <a:r>
              <a:t>Sender retransmits on NAK</a:t>
            </a:r>
          </a:p>
          <a:p>
            <a:r>
              <a:t>Problem: ACK/NAK may also be corrupted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RDT 2.1 / 2.2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Uses sequence numbers to detect duplicate packets</a:t>
            </a:r>
          </a:p>
          <a:p>
            <a:r>
              <a:t>ACK/NAK also use sequence numbers</a:t>
            </a:r>
          </a:p>
          <a:p>
            <a:r>
              <a:t>RDT 2.2 uses only ACKs (no NAKs)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RDT 3.0: Handling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Adds timeout mechanism</a:t>
            </a:r>
          </a:p>
          <a:p>
            <a:r>
              <a:t>If ACK not received → retransmit</a:t>
            </a:r>
          </a:p>
          <a:p>
            <a:r>
              <a:t>Forms basis of reliable transport like TCP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Pipelined RDT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Stop-and-Wait is inefficient</a:t>
            </a:r>
          </a:p>
          <a:p>
            <a:r>
              <a:t>Pipelining allows multiple packets in-flight</a:t>
            </a:r>
          </a:p>
          <a:p>
            <a:r>
              <a:t>Two main approaches: Go-Back-N and Selective Repeat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Go-Back-N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Single timer for the oldest unacknowledged packet</a:t>
            </a:r>
          </a:p>
          <a:p>
            <a:r>
              <a:t>On timeout, retransmit entire window</a:t>
            </a:r>
          </a:p>
          <a:p>
            <a:r>
              <a:t>Simpler but less efficient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Selective Repeat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Individual timers per packet</a:t>
            </a:r>
          </a:p>
          <a:p>
            <a:r>
              <a:t>Only lost/errored packets are retransmitted</a:t>
            </a:r>
          </a:p>
          <a:p>
            <a:r>
              <a:t>More complex but more efficient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RDT and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TCP implements reliable transfer using ACKs, timeouts, windows</a:t>
            </a:r>
          </a:p>
          <a:p>
            <a:r>
              <a:t>Adaptive timeout, congestion control, flow control</a:t>
            </a:r>
          </a:p>
          <a:p>
            <a:r>
              <a:t>RDT principles form the foundation of TCP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RDT provides reliable communication over unreliable channels</a:t>
            </a:r>
          </a:p>
          <a:p>
            <a:r>
              <a:t>Uses ACKs, NAKs, checksums, timers</a:t>
            </a:r>
          </a:p>
          <a:p>
            <a:r>
              <a:t>Advanced versions use pipelining for efficiency</a:t>
            </a:r>
          </a:p>
          <a:p>
            <a:r>
              <a:t>Essential for modern networking (e.g., TCP)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126</TotalTime>
  <Words>310</Words>
  <Application>Microsoft Office PowerPoint</Application>
  <PresentationFormat>On-screen Show (4:3)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Reliable Data Transfer (RDT) — Presentation</vt:lpstr>
      <vt:lpstr>What is RDT?</vt:lpstr>
      <vt:lpstr>Key Problems in Data Transfer</vt:lpstr>
      <vt:lpstr>RDT Mechanisms</vt:lpstr>
      <vt:lpstr>RDT 1.0: Perfect Channel</vt:lpstr>
      <vt:lpstr>RDT 2.0: Handling Bit Errors</vt:lpstr>
      <vt:lpstr>RDT 2.1 / 2.2</vt:lpstr>
      <vt:lpstr>RDT 3.0: Handling Loss</vt:lpstr>
      <vt:lpstr>Pipelined RDT</vt:lpstr>
      <vt:lpstr>Go-Back-N</vt:lpstr>
      <vt:lpstr>Selective Repeat</vt:lpstr>
      <vt:lpstr>RDT and TCP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 Noushad</cp:lastModifiedBy>
  <cp:revision>2</cp:revision>
  <dcterms:created xsi:type="dcterms:W3CDTF">2013-01-27T09:14:16Z</dcterms:created>
  <dcterms:modified xsi:type="dcterms:W3CDTF">2025-11-24T18:15:15Z</dcterms:modified>
  <cp:category/>
</cp:coreProperties>
</file>