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Surveillance ROV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Server-Based Smart Robotic Vehicle</a:t>
            </a:r>
          </a:p>
          <a:p>
            <a:r>
              <a:t>CCE 321 – Computer Peripheral and Interfacing</a:t>
            </a:r>
          </a:p>
          <a:p>
            <a:r>
              <a:t>Patuakhali Science and Technology University</a:t>
            </a:r>
          </a:p>
          <a:p>
            <a:r>
              <a:t>Instructor: Sarna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Noushad Bhuiyan (2102038, Reg:10165)</a:t>
            </a:r>
          </a:p>
          <a:p>
            <a:r>
              <a:t>Hajek Anjum Benoy (2102046)</a:t>
            </a:r>
          </a:p>
          <a:p>
            <a:r>
              <a:t>Hadibujjaman Hadi (2102060)</a:t>
            </a:r>
          </a:p>
          <a:p>
            <a:r>
              <a:t>Fahim Faisal (2002080)</a:t>
            </a:r>
          </a:p>
          <a:p>
            <a:r>
              <a:t>Sabbir Rahman Moyeem (2102037)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Mars Rover technology</a:t>
            </a:r>
          </a:p>
          <a:p>
            <a:r>
              <a:t>Real-time surveillance &amp; monitoring</a:t>
            </a:r>
          </a:p>
          <a:p>
            <a:r>
              <a:t>Remote controlled robotic vehicle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control via app</a:t>
            </a:r>
          </a:p>
          <a:p>
            <a:r>
              <a:t>Environmental monitoring</a:t>
            </a:r>
          </a:p>
          <a:p>
            <a:r>
              <a:t>Obstacle detection</a:t>
            </a:r>
          </a:p>
          <a:p>
            <a:r>
              <a:t>Thermal surveillance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layers:</a:t>
            </a:r>
          </a:p>
          <a:p>
            <a:r>
              <a:t>App Layer</a:t>
            </a:r>
          </a:p>
          <a:p>
            <a:r>
              <a:t>Server Layer</a:t>
            </a:r>
          </a:p>
          <a:p>
            <a:r>
              <a:t>Vehicle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Raspberry Pi</a:t>
            </a:r>
          </a:p>
          <a:p>
            <a:r>
              <a:t>Thermal Camera</a:t>
            </a:r>
          </a:p>
          <a:p>
            <a:r>
              <a:t>LIDAR &amp; Ultrasonic</a:t>
            </a:r>
          </a:p>
          <a:p>
            <a:r>
              <a:t>Environmental Sensors</a:t>
            </a:r>
          </a:p>
          <a:p>
            <a:r>
              <a:t>Motors &amp; Solar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Server API</a:t>
            </a:r>
          </a:p>
          <a:p>
            <a:r>
              <a:t>Mobile App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sends command</a:t>
            </a:r>
          </a:p>
          <a:p>
            <a:r>
              <a:t>Server processes</a:t>
            </a:r>
          </a:p>
          <a:p>
            <a:r>
              <a:t>Vehicle executes</a:t>
            </a:r>
          </a:p>
          <a:p>
            <a:r>
              <a:t>Data sent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Agriculture</a:t>
            </a:r>
          </a:p>
          <a:p>
            <a:r>
              <a:t>Disaster Monitoring</a:t>
            </a:r>
          </a:p>
          <a:p>
            <a:r>
              <a:t>Security &amp; Surveillance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navigation</a:t>
            </a:r>
          </a:p>
          <a:p>
            <a:r>
              <a:t>Machine learning</a:t>
            </a:r>
          </a:p>
          <a:p>
            <a:r>
              <a:t>Cloud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&amp; scalable ROV system</a:t>
            </a:r>
          </a:p>
          <a:p>
            <a:r>
              <a:t>Reduces human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Special thanks to Sarna Das</a:t>
            </a:r>
          </a:p>
          <a:p>
            <a:r>
              <a:t>CCE 321 Instructor</a:t>
            </a:r>
          </a:p>
          <a:p>
            <a:r>
              <a:t>PSTU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