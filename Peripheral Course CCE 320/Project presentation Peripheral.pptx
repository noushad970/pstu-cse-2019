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7" d="100"/>
          <a:sy n="107" d="100"/>
        </p:scale>
        <p:origin x="1734" y="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396319" y="802299"/>
            <a:ext cx="5618515" cy="2541431"/>
          </a:xfrm>
        </p:spPr>
        <p:txBody>
          <a:bodyPr bIns="0" anchor="b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396319" y="3531205"/>
            <a:ext cx="5618515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600" b="0" cap="all" baseline="0">
                <a:solidFill>
                  <a:schemeClr val="tx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396319" y="329308"/>
            <a:ext cx="3086292" cy="309201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4703" y="798973"/>
            <a:ext cx="802005" cy="503578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396319" y="3528542"/>
            <a:ext cx="5618515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891852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787574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1756130"/>
            <a:ext cx="5617002" cy="1887950"/>
          </a:xfrm>
        </p:spPr>
        <p:txBody>
          <a:bodyPr anchor="b">
            <a:normAutofit/>
          </a:bodyPr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2" y="3806196"/>
            <a:ext cx="5617002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43491" y="3804985"/>
            <a:ext cx="561700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911858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804890"/>
            <a:ext cx="6571343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3490" y="2013936"/>
            <a:ext cx="3125871" cy="34375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89182" y="2013936"/>
            <a:ext cx="3125652" cy="343755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127958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" name="Straight Connector 35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804164"/>
            <a:ext cx="6571344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1" y="2019550"/>
            <a:ext cx="3125766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3491" y="2824270"/>
            <a:ext cx="3125766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89182" y="2023004"/>
            <a:ext cx="31256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89182" y="2821491"/>
            <a:ext cx="31256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29224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2" name="Straight Connector 31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82261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03861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9042" y="798973"/>
            <a:ext cx="2425950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86656" y="798974"/>
            <a:ext cx="3828178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39042" y="3205492"/>
            <a:ext cx="2427369" cy="2248181"/>
          </a:xfrm>
        </p:spPr>
        <p:txBody>
          <a:bodyPr>
            <a:normAutofit/>
          </a:bodyPr>
          <a:lstStyle>
            <a:lvl1pPr marL="0" indent="0" algn="l">
              <a:buNone/>
              <a:defRPr sz="16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1748" y="3205491"/>
            <a:ext cx="242327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727130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/>
          <p:cNvGrpSpPr/>
          <p:nvPr/>
        </p:nvGrpSpPr>
        <p:grpSpPr>
          <a:xfrm>
            <a:off x="4996501" y="482171"/>
            <a:ext cx="3511387" cy="5149101"/>
            <a:chOff x="6852919" y="583365"/>
            <a:chExt cx="4681849" cy="5181928"/>
          </a:xfrm>
        </p:grpSpPr>
        <p:sp>
          <p:nvSpPr>
            <p:cNvPr id="14" name="Rectangle 13"/>
            <p:cNvSpPr/>
            <p:nvPr/>
          </p:nvSpPr>
          <p:spPr>
            <a:xfrm>
              <a:off x="6852919" y="583365"/>
              <a:ext cx="4681849" cy="5181928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Rectangle 14"/>
            <p:cNvSpPr/>
            <p:nvPr/>
          </p:nvSpPr>
          <p:spPr>
            <a:xfrm>
              <a:off x="7273787" y="915806"/>
              <a:ext cx="3844017" cy="4507918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148" y="1129513"/>
            <a:ext cx="3244935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640128" y="1122543"/>
            <a:ext cx="2234998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3492" y="3145992"/>
            <a:ext cx="3240286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36664" y="5469857"/>
            <a:ext cx="3252420" cy="320123"/>
          </a:xfrm>
        </p:spPr>
        <p:txBody>
          <a:bodyPr/>
          <a:lstStyle>
            <a:lvl1pPr algn="l">
              <a:defRPr/>
            </a:lvl1pPr>
          </a:lstStyle>
          <a:p>
            <a:fld id="{5BCAD085-E8A6-8845-BD4E-CB4CCA059FC4}" type="datetimeFigureOut">
              <a:rPr lang="en-US" smtClean="0"/>
              <a:t>1/25/2026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37530" y="318641"/>
            <a:ext cx="3251553" cy="32093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1281" y="3143605"/>
            <a:ext cx="3242014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625062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83010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918028" y="798974"/>
            <a:ext cx="1103027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3491" y="798974"/>
            <a:ext cx="5301095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6918028" y="798974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36005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2015734"/>
            <a:ext cx="9144000" cy="4079520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12" name="Picture 11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500" t="1538" r="12500" b="-1538"/>
          <a:stretch/>
        </p:blipFill>
        <p:spPr>
          <a:xfrm>
            <a:off x="-1" y="6095253"/>
            <a:ext cx="9144001" cy="774727"/>
          </a:xfrm>
          <a:prstGeom prst="rect">
            <a:avLst/>
          </a:prstGeom>
        </p:spPr>
      </p:pic>
      <p:cxnSp>
        <p:nvCxnSpPr>
          <p:cNvPr id="13" name="Straight Connector 12"/>
          <p:cNvCxnSpPr/>
          <p:nvPr/>
        </p:nvCxnSpPr>
        <p:spPr>
          <a:xfrm>
            <a:off x="0" y="6101127"/>
            <a:ext cx="9144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43491" y="804520"/>
            <a:ext cx="6571343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1" y="2015733"/>
            <a:ext cx="6571343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646542" y="330370"/>
            <a:ext cx="2368292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43491" y="329308"/>
            <a:ext cx="4034004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7725" y="798973"/>
            <a:ext cx="795746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17820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6858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Real-Time Surveillance ROV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Server-Based Smart Robotic Vehicle</a:t>
            </a:r>
          </a:p>
          <a:p>
            <a:r>
              <a:t>CCE 321 – Computer Peripheral and Interfacing</a:t>
            </a:r>
          </a:p>
          <a:p>
            <a:r>
              <a:t>Patuakhali Science and Technology University</a:t>
            </a:r>
          </a:p>
          <a:p>
            <a:r>
              <a:t>Instructor: Sarna Das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Team Members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Noushad Bhuiyan (2102038, Reg:10165)</a:t>
            </a:r>
          </a:p>
          <a:p>
            <a:r>
              <a:t>Hajek Anjum Benoy (2102046)</a:t>
            </a:r>
          </a:p>
          <a:p>
            <a:r>
              <a:t>Hadibujjaman Hadi (2102060)</a:t>
            </a:r>
          </a:p>
          <a:p>
            <a:r>
              <a:t>Fahim Faisal (2002080)</a:t>
            </a:r>
          </a:p>
          <a:p>
            <a:r>
              <a:t>Sabbir Rahman Moyeem (2102037)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Inspired by Mars Rover technology</a:t>
            </a:r>
          </a:p>
          <a:p>
            <a:r>
              <a:t>Real-time surveillance &amp; monitoring</a:t>
            </a:r>
          </a:p>
          <a:p>
            <a:r>
              <a:t>Remote controlled robotic vehicle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Remote control via app</a:t>
            </a:r>
          </a:p>
          <a:p>
            <a:r>
              <a:t>Environmental monitoring</a:t>
            </a:r>
          </a:p>
          <a:p>
            <a:r>
              <a:t>Obstacle detection</a:t>
            </a:r>
          </a:p>
          <a:p>
            <a:r>
              <a:t>Thermal surveillance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Three layers:</a:t>
            </a:r>
          </a:p>
          <a:p>
            <a:r>
              <a:t>App Layer</a:t>
            </a:r>
          </a:p>
          <a:p>
            <a:r>
              <a:t>Server Layer</a:t>
            </a:r>
          </a:p>
          <a:p>
            <a:r>
              <a:t>Vehicle Layer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Hardware Components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Raspberry Pi</a:t>
            </a:r>
          </a:p>
          <a:p>
            <a:r>
              <a:t>Thermal Camera</a:t>
            </a:r>
          </a:p>
          <a:p>
            <a:r>
              <a:t>LIDAR &amp; Ultrasonic</a:t>
            </a:r>
          </a:p>
          <a:p>
            <a:r>
              <a:t>Environmental Sensors</a:t>
            </a:r>
          </a:p>
          <a:p>
            <a:r>
              <a:t>Motors &amp; Solar Power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Software Components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Python</a:t>
            </a:r>
          </a:p>
          <a:p>
            <a:r>
              <a:t>Server API</a:t>
            </a:r>
          </a:p>
          <a:p>
            <a:r>
              <a:t>Mobile App</a:t>
            </a:r>
          </a:p>
          <a:p>
            <a:r>
              <a:t>Database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Working Principle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App sends command</a:t>
            </a:r>
          </a:p>
          <a:p>
            <a:r>
              <a:t>Server processes</a:t>
            </a:r>
          </a:p>
          <a:p>
            <a:r>
              <a:t>Vehicle executes</a:t>
            </a:r>
          </a:p>
          <a:p>
            <a:r>
              <a:t>Data sent back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Applications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Smart Agriculture</a:t>
            </a:r>
          </a:p>
          <a:p>
            <a:r>
              <a:t>Disaster Monitoring</a:t>
            </a:r>
          </a:p>
          <a:p>
            <a:r>
              <a:t>Security &amp; Surveillance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Enhancements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AI navigation</a:t>
            </a:r>
          </a:p>
          <a:p>
            <a:r>
              <a:t>Machine learning</a:t>
            </a:r>
          </a:p>
          <a:p>
            <a:r>
              <a:t>Cloud analytics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Smart &amp; scalable ROV system</a:t>
            </a:r>
          </a:p>
          <a:p>
            <a:r>
              <a:t>Reduces human risk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Acknowledgement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Special thanks to Sarna Das</a:t>
            </a:r>
          </a:p>
          <a:p>
            <a:r>
              <a:t>CCE 321 Instructor</a:t>
            </a:r>
          </a:p>
          <a:p>
            <a:r>
              <a:t>PSTU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1</TotalTime>
  <Words>162</Words>
  <Application>Microsoft Office PowerPoint</Application>
  <PresentationFormat>On-screen Show (4:3)</PresentationFormat>
  <Paragraphs>56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Gill Sans MT</vt:lpstr>
      <vt:lpstr>Gallery</vt:lpstr>
      <vt:lpstr>Real-Time Surveillance ROV</vt:lpstr>
      <vt:lpstr>Team Members</vt:lpstr>
      <vt:lpstr>Introduction</vt:lpstr>
      <vt:lpstr>Objectives</vt:lpstr>
      <vt:lpstr>System Architecture</vt:lpstr>
      <vt:lpstr>Hardware Components</vt:lpstr>
      <vt:lpstr>Software Components</vt:lpstr>
      <vt:lpstr>Working Principle</vt:lpstr>
      <vt:lpstr>Applications</vt:lpstr>
      <vt:lpstr>Future Enhancements</vt:lpstr>
      <vt:lpstr>Conclusion</vt:lpstr>
      <vt:lpstr>Acknowledgement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user</dc:creator>
  <cp:keywords/>
  <dc:description>generated using python-pptx</dc:description>
  <cp:lastModifiedBy>MD Noushad</cp:lastModifiedBy>
  <cp:revision>2</cp:revision>
  <dcterms:created xsi:type="dcterms:W3CDTF">2013-01-27T09:14:16Z</dcterms:created>
  <dcterms:modified xsi:type="dcterms:W3CDTF">2026-01-25T01:42:24Z</dcterms:modified>
  <cp:category/>
</cp:coreProperties>
</file>